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Source Sans 3"/>
      <p:regular r:id="rId18"/>
    </p:embeddedFont>
    <p:embeddedFont>
      <p:font typeface="Source Sans 3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928813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COLLABORATIVE EXCELLENCE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701534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#CapturingEveryLeaf #ExperienceMarketing #CultureDriven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34" y="4507468"/>
            <a:ext cx="1908096" cy="98726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935" y="4507468"/>
            <a:ext cx="2107644" cy="987266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0985" y="4507468"/>
            <a:ext cx="1145262" cy="98726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350198" y="593050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#NicheMarketing Case Study by 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0154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Premise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95036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tested our collaborative excellence at the intersection of three brands, crafting a vibrant terrarium workshop experience.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57418"/>
            <a:ext cx="7500699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CrazyFlora's brand-in-a-bottle concept helps people create ecosystems within fish bowls - perfect for busy corporate employees seeking new hobbies and Instagram-worthy moments.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489966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Objective: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Capture this curated experience while managing people and events seamlessly.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4336" y="2250638"/>
            <a:ext cx="4799767" cy="4799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25541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Niche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5326856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110615" y="557367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Location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6072307"/>
            <a:ext cx="364271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Techparks across Bengaluru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6965" y="5326856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493782" y="557367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Audience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93782" y="6072307"/>
            <a:ext cx="364271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Corporate employees in tech sector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0132" y="5326856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9876949" y="557367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6949" y="6072307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 25-50, Male and Female professionals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17110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Play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36601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captured moments that unified 4 techparks into one continuous community engaged in terrarium creation.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401383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665923" y="409860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Community Connection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65923" y="4947880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Showcased laughter, excitement, and focus across all workshop visuals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67563" y="401383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069687" y="409860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 Voices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69687" y="4597241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Conducted engaging interviews capturing genuine opinions and feedback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71328" y="401383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3452" y="409860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Storytelling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473452" y="4597241"/>
            <a:ext cx="32931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Documented the complete journey through 4 days of videography sessions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358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008" y="3582233"/>
            <a:ext cx="5337929" cy="66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Echo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22008" y="4719042"/>
            <a:ext cx="4133136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5-10</a:t>
            </a:r>
            <a:endParaRPr lang="en-US" sz="6100" dirty="0"/>
          </a:p>
        </p:txBody>
      </p:sp>
      <p:sp>
        <p:nvSpPr>
          <p:cNvPr id="5" name="Text 2"/>
          <p:cNvSpPr/>
          <p:nvPr/>
        </p:nvSpPr>
        <p:spPr>
          <a:xfrm>
            <a:off x="1554123" y="5787509"/>
            <a:ext cx="266890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Videos Delivered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008" y="6261973"/>
            <a:ext cx="4133136" cy="70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 content reaching Brigade audiences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48632" y="4719042"/>
            <a:ext cx="4133136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5K+</a:t>
            </a:r>
            <a:endParaRPr lang="en-US" sz="6100" dirty="0"/>
          </a:p>
        </p:txBody>
      </p:sp>
      <p:sp>
        <p:nvSpPr>
          <p:cNvPr id="8" name="Text 5"/>
          <p:cNvSpPr/>
          <p:nvPr/>
        </p:nvSpPr>
        <p:spPr>
          <a:xfrm>
            <a:off x="5980748" y="5787509"/>
            <a:ext cx="266890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Internal Reach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48632" y="6261973"/>
            <a:ext cx="4133136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Employees across 3 partner organizations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75257" y="4719042"/>
            <a:ext cx="4133136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10K+</a:t>
            </a:r>
            <a:endParaRPr lang="en-US" sz="6100" dirty="0"/>
          </a:p>
        </p:txBody>
      </p:sp>
      <p:sp>
        <p:nvSpPr>
          <p:cNvPr id="11" name="Text 8"/>
          <p:cNvSpPr/>
          <p:nvPr/>
        </p:nvSpPr>
        <p:spPr>
          <a:xfrm>
            <a:off x="10362843" y="5787509"/>
            <a:ext cx="275784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Stakeholder Impact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75257" y="6261973"/>
            <a:ext cx="4133136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Extended network engagement potential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008" y="7230785"/>
            <a:ext cx="12986385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flexibility enables each client to adapt materials for social media and corporate communications.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5004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Services Delivered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3444954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3704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Content Strategy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3798" y="4869061"/>
            <a:ext cx="4095274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Comprehensive planning for multi-brand collaboration and audience engagement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563" y="3444954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563" y="43704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Video Production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67563" y="4869061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videography and editing services across all workshop sessions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328" y="3444954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4370427"/>
            <a:ext cx="289202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 Management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1328" y="4869061"/>
            <a:ext cx="40952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coordination of workshops across 4 Bengaluru tech parks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70104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Takeaway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1994535"/>
            <a:ext cx="3407093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collaborative experience demonstrates our agency's flexibility and agility, working seamlessly with three organizations while meeting individual requirements.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437578"/>
            <a:ext cx="34070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days of production delivered seamless project execution and ensured client satisfaction across all stakeholders.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250894" y="2050137"/>
            <a:ext cx="3036927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"For CrazyFlora, this wasn't just a workshop - it was an experience so unique that they wanted to raise awareness through visually appealing content."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880729" y="2050137"/>
            <a:ext cx="30480" cy="2220992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8" name="Text 5"/>
          <p:cNvSpPr/>
          <p:nvPr/>
        </p:nvSpPr>
        <p:spPr>
          <a:xfrm>
            <a:off x="863798" y="6788110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Terrariums: a world within a bowl, an experience shared, and a story told.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2025-09-18T19:57:53Z</dcterms:created>
  <dcterms:modified xsi:type="dcterms:W3CDTF">2025-09-18T19:57:53Z</dcterms:modified>
</cp:coreProperties>
</file>